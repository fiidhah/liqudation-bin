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FORENSIC DATA ACQUISITION</a:t>
            </a:r>
          </a:p>
          <a:p>
            <a:pPr>
              <a:spcBef>
                <a:spcPts val="1000"/>
              </a:spcBef>
              <a:defRPr sz="4000" b="1">
                <a:solidFill>
                  <a:srgbClr val="F8FAFC"/>
                </a:solidFill>
              </a:defRPr>
            </a:pPr>
            <a:r>
              <a:t>Acquisition Using Linux Live USB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How to safely clone digital evidence without altering a single bit</a:t>
            </a:r>
          </a:p>
          <a:p>
            <a:pPr>
              <a:spcBef>
                <a:spcPts val="4000"/>
              </a:spcBef>
              <a:defRPr sz="1600" b="1">
                <a:solidFill>
                  <a:srgbClr val="22C55E"/>
                </a:solidFill>
              </a:defRPr>
            </a:pPr>
            <a:r>
              <a:t>Presented by: Anjum | S3 MCA (Roll No.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1. What is Forensic Data Acquisition?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The Golden Rule of Forensics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Digital evidence is extremely fragile.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Just turning on a PC modifies logs, timestamps, and files.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Rule #1: NEVER alter the original evidence.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We must make an exact, frozen clone and investigate only the copy.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Why Use a Linux Live USB?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Runs completely in RAM (memory) without touching hard drives.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Bypasses the suspect operating system (Windows/Mac).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Prevents background programs, malware, or auto-wipes from running.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Allows mounting the suspect drive in strict Read-Only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2. Requirements &amp; Preparation (What You Need)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Hardware &amp; Media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Forensic Linux Live USB (CAINE, Kali, or Ubuntu)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Destination Storage Drive (Must be larger than suspect drive)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Hardware Write-Blocker (physically stops write signals)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Forensic Software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Guymager (Easy graphical imaging tool)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dc3dd / dd (Command-line bit-by-bit imaging)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Hashing tools (md5sum, sha256sum)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Chain of Custody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Case Number &amp; Officer details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Drive Serial Number, Make, &amp; Model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Exact Date, Time, and location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3. Booting Into the Live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289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Step 1: Connect  —  </a:t>
            </a:r>
            <a:r>
              <a:rPr sz="1400" b="0">
                <a:solidFill>
                  <a:srgbClr val="F8FAFC"/>
                </a:solidFill>
              </a:rPr>
              <a:t>Plug the Linux Live USB into the suspect computer while powered 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80360"/>
            <a:ext cx="1036289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Step 2: Enter BIOS / Boot Menu  —  </a:t>
            </a:r>
            <a:r>
              <a:rPr sz="1400" b="0">
                <a:solidFill>
                  <a:srgbClr val="F8FAFC"/>
                </a:solidFill>
              </a:rPr>
              <a:t>Turn on power and immediately press F12, F2, or Del to access boot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1036289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Step 3: Select USB  —  </a:t>
            </a:r>
            <a:r>
              <a:rPr sz="1400" b="0">
                <a:solidFill>
                  <a:srgbClr val="F8FAFC"/>
                </a:solidFill>
              </a:rPr>
              <a:t>Choose the USB drive as 1st boot device so internal Windows is ignored.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83479"/>
            <a:ext cx="1036289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Step 4: Live / Forensic Mode  —  </a:t>
            </a:r>
            <a:r>
              <a:rPr sz="1400" b="0">
                <a:solidFill>
                  <a:srgbClr val="F8FAFC"/>
                </a:solidFill>
              </a:rPr>
              <a:t>Select 'Forensic Mode' (prevents auto-mounting any connected drives).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4. Identifying the Evidence Drive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3035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How to Find Which Drive is Which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 Linux, drives are named /dev/sda, /dev/sdb, etc.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Run terminal command: lsblk or sudo fdisk -l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Check device SIZE and MODEL to be 100% sure: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• Source (Evidence): e.g. /dev/sda (500 GB Samsung SSD)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  • Destination (Backup): e.g. /dev/sdb (1 TB Seagate External HDD)</a:t>
            </a:r>
          </a:p>
          <a:p>
            <a:pPr>
              <a:spcBef>
                <a:spcPts val="800"/>
              </a:spcBef>
              <a:defRPr sz="1300">
                <a:solidFill>
                  <a:srgbClr val="F59E0B"/>
                </a:solidFill>
              </a:defRPr>
            </a:pPr>
            <a:r>
              <a:t>• CRITICAL: Never mix up Source and Destination!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46634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Terminal Commands Used</a:t>
            </a:r>
          </a:p>
          <a:p>
            <a:pPr>
              <a:spcBef>
                <a:spcPts val="1000"/>
              </a:spcBef>
              <a:defRPr sz="1400" b="1">
                <a:solidFill>
                  <a:srgbClr val="0EA5E9"/>
                </a:solidFill>
              </a:defRPr>
            </a:pPr>
            <a:r>
              <a:t>$ lsblk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Lists all block devices, sizes, and mount points</a:t>
            </a:r>
          </a:p>
          <a:p>
            <a:pPr>
              <a:spcBef>
                <a:spcPts val="1000"/>
              </a:spcBef>
              <a:defRPr sz="1400" b="1">
                <a:solidFill>
                  <a:srgbClr val="0EA5E9"/>
                </a:solidFill>
              </a:defRPr>
            </a:pPr>
            <a:r>
              <a:t>$ sudo fdisk -l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Shows detailed partition tables and disk sizes</a:t>
            </a:r>
          </a:p>
          <a:p>
            <a:pPr>
              <a:spcBef>
                <a:spcPts val="1000"/>
              </a:spcBef>
              <a:defRPr sz="1400" b="1">
                <a:solidFill>
                  <a:srgbClr val="0EA5E9"/>
                </a:solidFill>
              </a:defRPr>
            </a:pPr>
            <a:r>
              <a:t>$ hdparm -r1 /dev/sda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Software lock: sets drive to Read-Only mode</a:t>
            </a:r>
          </a:p>
          <a:p>
            <a:pPr>
              <a:spcBef>
                <a:spcPts val="1000"/>
              </a:spcBef>
              <a:defRPr sz="1400" b="1">
                <a:solidFill>
                  <a:srgbClr val="0EA5E9"/>
                </a:solidFill>
              </a:defRPr>
            </a:pPr>
            <a:r>
              <a:t>$ mount -o ro /dev/sda1 ...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Always mount as Read-Only ('ro') if previewing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5. Creating the Bit-by-Bit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1. Tool Choice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Guymager: Visual GUI tool, very beginner friendly.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dc3dd: Enhanced forensic dd command with progress bar.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Both create an exact bit-stream duplicate of the drive.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2. Image Format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E01 (Expert Witness): Industry gold standard. Stores case metadata, hashes, and compresses empty space.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RAW / DD: Pure byte-for-byte replica without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3. Execution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Select Evidence drive as SOURCE.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Select External storage as DESTINATION.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Start acquisition and NEVER disconnect power or cables.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DIGITAL FORENSICS &amp; EVIDENCE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6. Verification &amp; Proof of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Cryptographic Hashing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 Hash is a unique digital fingerprint (e.g. SHA-256 or MD5).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Even if 1 single character or space changes, the hash changes completely.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We calculate Hash of Source Drive (Original).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We calculate Hash of Image File (Copy).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IF Hash A == Hash B: Proof that the copy is 100% identical and court-admissible!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Documentation &amp; Chain of Custody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Record tool name, exact version, date, and time.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Store hash values in official case log report.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Original evidence is bagged, labeled, and locked in safe storage.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Investigators only examine and carve files from the forensic copy.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Summary: Safe &amp; Verifiable Acquisition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1. Boot from Linux Live USB to bypass suspect operating system.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2. Keep the evidence drive untouched (Read-Only / Write-Blocker).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3. Make a bit-stream image (E01 / RAW) to external storage.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4. Verify integrity with SHA-256 / MD5 hash match.</a:t>
            </a:r>
          </a:p>
          <a:p>
            <a:pPr>
              <a:spcBef>
                <a:spcPts val="3000"/>
              </a:spcBef>
              <a:defRPr sz="2200" b="1">
                <a:solidFill>
                  <a:srgbClr val="22C55E"/>
                </a:solidFill>
              </a:defRPr>
            </a:pPr>
            <a:r>
              <a:t>Thank You!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