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SCRIPT (Slide 1 - Title):</a:t>
            </a:r>
          </a:p>
          <a:p>
            <a:r>
              <a:t>Good morning respected teachers and evaluators. Today I am presenting our project: SmartBin.</a:t>
            </a:r>
          </a:p>
          <a:p>
            <a:r>
              <a:t>SmartBin is an online liquidation bin store where all product prices drop automatically every day — from ₹999 on Friday down to ₹99 on Thursday.</a:t>
            </a:r>
          </a:p>
          <a:p>
            <a:r>
              <a:t>We built it using Node.js, Express, MySQL, and Razorpay, with separate portals for Customers, Store Managers, and Admins.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SCRIPT (Slide 2 - Background):</a:t>
            </a:r>
          </a:p>
          <a:p>
            <a:r>
              <a:t>To explain what SmartBin does, think of big e-commerce returns from Amazon or Walmart.</a:t>
            </a:r>
          </a:p>
          <a:p>
            <a:r>
              <a:t>Liquidation stores buy these returned pallets in bulk and sell them in bins. The exciting part is the daily price drop:</a:t>
            </a:r>
          </a:p>
          <a:p>
            <a:r>
              <a:t>On Friday, everything is ₹999. Every day the price drops until Thursday when everything is just ₹99.</a:t>
            </a:r>
          </a:p>
          <a:p>
            <a:r>
              <a:t>Physical stores are crowded and messy, so SmartBin brings this fun concept online with automated daily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SCRIPT (Slide 3 - Comparison):</a:t>
            </a:r>
          </a:p>
          <a:p>
            <a:r>
              <a:t>Here we compare a traditional bin store with SmartBin:</a:t>
            </a:r>
          </a:p>
          <a:p>
            <a:r>
              <a:t>1. In an offline store, you must visit during working hours. SmartBin lets you browse anytime.</a:t>
            </a:r>
          </a:p>
          <a:p>
            <a:r>
              <a:t>2. Instead of digging through physical piles, SmartBin has fast search filters.</a:t>
            </a:r>
          </a:p>
          <a:p>
            <a:r>
              <a:t>3. Price updates are 100% automated at midnight without manual human effort.</a:t>
            </a:r>
          </a:p>
          <a:p>
            <a:r>
              <a:t>4. Checkout is fast and digital using Razorpay.</a:t>
            </a:r>
          </a:p>
          <a:p>
            <a:r>
              <a:t>5. We also added lucky draws and discount coupons to keep shoppers engaged.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SCRIPT (Slide 4 - Features):</a:t>
            </a:r>
          </a:p>
          <a:p>
            <a:r>
              <a:t>SmartBin has six primary features:</a:t>
            </a:r>
          </a:p>
          <a:p>
            <a:r>
              <a:t>First is the automatic daily price drop.</a:t>
            </a:r>
          </a:p>
          <a:p>
            <a:r>
              <a:t>Second is bin location tagging and condition grading so buyers know what they are getting.</a:t>
            </a:r>
          </a:p>
          <a:p>
            <a:r>
              <a:t>Third is easy category filtering and search.</a:t>
            </a:r>
          </a:p>
          <a:p>
            <a:r>
              <a:t>Fourth is cart, wishlist, and integrated Razorpay online payments.</a:t>
            </a:r>
          </a:p>
          <a:p>
            <a:r>
              <a:t>Fifth is discount coupons for marketing promotions.</a:t>
            </a:r>
          </a:p>
          <a:p>
            <a:r>
              <a:t>And sixth is an automated weekend Lucky Draw that rewards lucky buyers.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SCRIPT (Slide 5 - Workflow):</a:t>
            </a:r>
          </a:p>
          <a:p>
            <a:r>
              <a:t>Here is how SmartBin works from start to finish in 5 steps:</a:t>
            </a:r>
          </a:p>
          <a:p>
            <a:r>
              <a:t>Step 1: The store manager adds newly arrived liquidation items and assigns them to bins.</a:t>
            </a:r>
          </a:p>
          <a:p>
            <a:r>
              <a:t>Step 2: The system sets up the 7-day price schedule automatically.</a:t>
            </a:r>
          </a:p>
          <a:p>
            <a:r>
              <a:t>Step 3: The customer browses the catalog and adds items at today's active price.</a:t>
            </a:r>
          </a:p>
          <a:p>
            <a:r>
              <a:t>Step 4: The customer pays online through Razorpay, which securely confirms the payment and updates stock.</a:t>
            </a:r>
          </a:p>
          <a:p>
            <a:r>
              <a:t>Step 5: The manager picks the item from the physical bin, packs it, and updates shipment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SCRIPT (Slide 6 - Roles):</a:t>
            </a:r>
          </a:p>
          <a:p>
            <a:r>
              <a:t>SmartBin has three distinct portals:</a:t>
            </a:r>
          </a:p>
          <a:p>
            <a:r>
              <a:t>1. The Customer Portal allows shoppers to browse bins, pay online, track orders, and join lucky draws.</a:t>
            </a:r>
          </a:p>
          <a:p>
            <a:r>
              <a:t>2. The Store Manager Portal helps staff intake pallets, assign bin IDs, pick orders, and update shipment status.</a:t>
            </a:r>
          </a:p>
          <a:p>
            <a:r>
              <a:t>3. The Super Admin Portal oversees managers, reviews sales revenue, creates promo coupons, and manages lucky draws.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SCRIPT (Slide 7 - Database):</a:t>
            </a:r>
          </a:p>
          <a:p>
            <a:r>
              <a:t>Our database is built in MySQL. We store users, products, daily prices, orders, payments, and lucky draws.</a:t>
            </a:r>
          </a:p>
          <a:p>
            <a:r>
              <a:t>Importantly, we use ON DELETE CASCADE so if an item is removed, child records in cart or daily prices are cleanly deleted.</a:t>
            </a:r>
          </a:p>
          <a:p>
            <a:r>
              <a:t>We also have a background timer that automatically syncs product prices when the day changes at midnight.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SCRIPT (Slide 8 - Tech Stack):</a:t>
            </a:r>
          </a:p>
          <a:p>
            <a:r>
              <a:t>Here is the technology stack we used to build SmartBin:</a:t>
            </a:r>
          </a:p>
          <a:p>
            <a:r>
              <a:t>- Frontend: HTML5, CSS3, JavaScript, and Bootstrap 5 for a clean, responsive layout.</a:t>
            </a:r>
          </a:p>
          <a:p>
            <a:r>
              <a:t>- Backend: Node.js and Express.js to power all REST APIs and automatic price calculations.</a:t>
            </a:r>
          </a:p>
          <a:p>
            <a:r>
              <a:t>- Database: MySQL with connection pooling for fast data access.</a:t>
            </a:r>
          </a:p>
          <a:p>
            <a:r>
              <a:t>- Payment: Razorpay for secure card and UPI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SCRIPT (Slide 9 - Future Scope):</a:t>
            </a:r>
          </a:p>
          <a:p>
            <a:r>
              <a:t>In the future, we plan to extend SmartBin with:</a:t>
            </a:r>
          </a:p>
          <a:p>
            <a:r>
              <a:t>1. A dedicated Mobile App with midnight price-drop alerts.</a:t>
            </a:r>
          </a:p>
          <a:p>
            <a:r>
              <a:t>2. In-Store QR codes for shoppers walking inside a physical store.</a:t>
            </a:r>
          </a:p>
          <a:p>
            <a:r>
              <a:t>3. AI image detection to inspect item condition automatically.</a:t>
            </a:r>
          </a:p>
          <a:p>
            <a:r>
              <a:t>4. Pallet auctions for wholesale buyers.</a:t>
            </a:r>
          </a:p>
          <a:p>
            <a:r>
              <a:t>5. Support for multiple store branches across different 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SCRIPT (Slide 10 - Conclusion):</a:t>
            </a:r>
          </a:p>
          <a:p>
            <a:r>
              <a:t>In conclusion, SmartBin solves the key problems of physical liquidation stores by bringing automated daily pricing, transparent bin mapping, and secure online shopping together into one simple platform.</a:t>
            </a:r>
          </a:p>
          <a:p>
            <a:r>
              <a:t>Thank you very much for your time and attention. I am now open to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132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Arial" panose="020B0604020202020204"/>
              </a:defRPr>
            </a:pPr>
            <a:r>
              <a:t>ACADEMIC WEB PROJECT PRESENTATION</a:t>
            </a:r>
          </a:p>
          <a:p>
            <a:pPr>
              <a:defRPr sz="4800" b="1">
                <a:solidFill>
                  <a:srgbClr val="0F172A"/>
                </a:solidFill>
                <a:latin typeface="Arial" panose="020B0604020202020204"/>
              </a:defRPr>
            </a:pPr>
            <a:r>
              <a:t>SMARTBIN</a:t>
            </a:r>
          </a:p>
          <a:p>
            <a:pPr>
              <a:spcAft>
                <a:spcPts val="1400"/>
              </a:spcAft>
              <a:defRPr sz="2200" b="1">
                <a:solidFill>
                  <a:srgbClr val="2563EB"/>
                </a:solidFill>
                <a:latin typeface="Arial" panose="020B0604020202020204"/>
              </a:defRPr>
            </a:pPr>
            <a:r>
              <a:t>Smart Liquidation Bin Store System</a:t>
            </a:r>
          </a:p>
          <a:p>
            <a:pPr>
              <a:spcAft>
                <a:spcPts val="2000"/>
              </a:spcAft>
              <a:defRPr sz="1400">
                <a:solidFill>
                  <a:srgbClr val="475569"/>
                </a:solidFill>
                <a:latin typeface="Arial" panose="020B0604020202020204"/>
              </a:defRPr>
            </a:pPr>
            <a:r>
              <a:t>An easy-to-use online shopping platform where prices drop every single day — from ₹999 on Friday down to ₹99 on Thursday!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3291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TECHNOLOGY STACK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Node.js &amp; Express (Backend)</a:t>
            </a:r>
            <a:br/>
            <a:r>
              <a:t>• MySQL Database</a:t>
            </a:r>
            <a:br/>
            <a:r>
              <a:t>• HTML5, CSS3 &amp; JavaScript</a:t>
            </a:r>
            <a:br/>
            <a:r>
              <a:t>• Razorpay Payment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1148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4251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THREE SEPARATE PORTALS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Customer Portal (Shop &amp; Track)</a:t>
            </a:r>
            <a:br/>
            <a:r>
              <a:t>• Store Manager Portal (Stock &amp; Bins)</a:t>
            </a:r>
            <a:br/>
            <a:r>
              <a:t>• Super Admin Dashboard (Analytics)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322015" cy="4663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280160"/>
            <a:ext cx="2956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WEEKLY PRICE SCHEDULE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Friday (Restock):  ₹999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Saturday (Weekend):  ₹799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Sunday (Drop):  ₹599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Monday (Markdown):  ₹399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Tuesday (Value):  ₹299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Wednesday (Blowout):  ₹199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Thursday (Clearance):  ₹99</a:t>
            </a:r>
          </a:p>
          <a:p>
            <a:pPr>
              <a:spcBef>
                <a:spcPts val="1400"/>
              </a:spcBef>
              <a:defRPr sz="1050" i="1">
                <a:solidFill>
                  <a:srgbClr val="0F172A"/>
                </a:solidFill>
              </a:defRPr>
            </a:pPr>
            <a:r>
              <a:t>⚡ Prices drop automatically at midnight!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 panose="020B0604020202020204"/>
              </a:defRPr>
            </a:pPr>
            <a:r>
              <a:t>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 panose="020B0604020202020204"/>
              </a:defRPr>
            </a:pPr>
            <a:r>
              <a:t>What is a Liquidation Bin Store?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 panose="020B0604020202020204"/>
              </a:defRPr>
            </a:pPr>
            <a:r>
              <a:t>Understanding the business model in very simple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 panose="020B0604020202020204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1. What is Liquidation?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• Big companies like Amazon and Walmart receive millions of customer returns and overstocked products every week.</a:t>
            </a:r>
            <a:br/>
            <a:br/>
            <a:r>
              <a:t>• Instead of storing or wasting them, they sell them in bulk pallets at very cheap rates.</a:t>
            </a:r>
            <a:br/>
            <a:br/>
            <a:r>
              <a:t>• Liquidation bin stores buy these pallets and resell items directly to shoppers at huge discounts.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480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2. The Daily Price Drop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Instead of different price tags, ALL products have the same flat price on that day:</a:t>
            </a:r>
            <a:br/>
            <a:br/>
            <a:r>
              <a:t>  - Friday: ₹999 (Fresh restock)</a:t>
            </a:r>
            <a:br/>
            <a:r>
              <a:t>  - Saturday: ₹799</a:t>
            </a:r>
            <a:br/>
            <a:r>
              <a:t>  - Sunday: ₹599</a:t>
            </a:r>
            <a:br/>
            <a:r>
              <a:t>  - Monday: ₹399</a:t>
            </a:r>
            <a:br/>
            <a:r>
              <a:t>  - Tuesday: ₹299</a:t>
            </a:r>
            <a:br/>
            <a:r>
              <a:t>  - Wednesday: ₹199</a:t>
            </a:r>
            <a:br/>
            <a:r>
              <a:t>  - Thursday: ₹99 (Clearance)</a:t>
            </a:r>
            <a:br/>
            <a:br/>
            <a:r>
              <a:t>• The longer you wait, the cheaper it gets — but someone else might buy it first!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7449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3. Why We Built SmartBin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Physical bin stores have problems:</a:t>
            </a:r>
            <a:br/>
            <a:r>
              <a:t>  - Customers wait in long crowded lines.</a:t>
            </a:r>
            <a:br/>
            <a:r>
              <a:t>  - Messy bins make finding items difficult.</a:t>
            </a:r>
            <a:br/>
            <a:r>
              <a:t>  - Staff change price chalkboards manually.</a:t>
            </a:r>
            <a:br/>
            <a:br/>
            <a:r>
              <a:t>• SmartBin Solution:</a:t>
            </a:r>
            <a:br/>
            <a:r>
              <a:t>  - Shop online anytime 24/7 from home.</a:t>
            </a:r>
            <a:br/>
            <a:r>
              <a:t>  - Easily search by category and condition.</a:t>
            </a:r>
            <a:br/>
            <a:r>
              <a:t>  - Automatic daily price drops at midnight!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 panose="020B0604020202020204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 panose="020B0604020202020204"/>
              </a:defRPr>
            </a:pPr>
            <a:r>
              <a:t>Traditional Store vs. SmartBin Platform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 panose="020B0604020202020204"/>
              </a:defRPr>
            </a:pPr>
            <a:r>
              <a:t>Why an online liquidation website is much better for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 panose="020B0604020202020204"/>
              </a:defRPr>
            </a:pPr>
            <a:r>
              <a:t>SmartBin – Smart Liquidation Bin Store System  |  Simple &amp; Clear Project Presentation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23360"/>
                <a:gridCol w="4144975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Physical Bin Store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SmartBin Online Platform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Shopping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You have to physically travel to the store; limited open hours.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Shop 24/7 from anywhere on your mobile or laptop.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Finding Items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Manually digging through messy bins; takes a lot of time.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Instant search &amp; filter by category, brand, bin ID, and condition.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Daily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Paper signs and chalkboards; staff must change signs by hand.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System automatically drops prices across all products at midnight.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Billing &amp; Checkout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Long cashier queues, cash handling, and paper receipts.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Fast online payment with Razorpay &amp; instant digital receipt.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Customer Rewards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No reward system or incentives to come 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Discount promo coupons and weekly automated Lucky Draw contests.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 panose="020B0604020202020204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 panose="020B0604020202020204"/>
              </a:defRPr>
            </a:pPr>
            <a:r>
              <a:t>Core Features of SmartBin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 panose="020B0604020202020204"/>
              </a:defRPr>
            </a:pPr>
            <a:r>
              <a:t>Simple breakdown of what users can do on the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 panose="020B0604020202020204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2057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1. Automatic Daily Prices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Product prices automatically drop each day: Friday ₹999, Sat ₹799, Sun ₹599, Mon ₹399, Tue ₹299, Wed ₹199, and Thu ₹99.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425442" y="1631950"/>
            <a:ext cx="3328416" cy="2057400"/>
            <a:chOff x="12787" y="2592"/>
            <a:chExt cx="5242" cy="3240"/>
          </a:xfrm>
        </p:grpSpPr>
        <p:sp>
          <p:nvSpPr>
            <p:cNvPr id="10" name="Rounded Rectangle 9"/>
            <p:cNvSpPr/>
            <p:nvPr/>
          </p:nvSpPr>
          <p:spPr>
            <a:xfrm>
              <a:off x="12787" y="2592"/>
              <a:ext cx="5242" cy="3240"/>
            </a:xfrm>
            <a:prstGeom prst="round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075" y="2880"/>
              <a:ext cx="4666" cy="1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400" b="1">
                  <a:solidFill>
                    <a:srgbClr val="0F172A"/>
                  </a:solidFill>
                </a:defRPr>
              </a:pPr>
              <a:r>
                <a:rPr lang="en-IN"/>
                <a:t>2</a:t>
              </a:r>
              <a:r>
                <a:t>. Easy Search &amp; Category Filters</a:t>
              </a:r>
            </a:p>
            <a:p>
              <a:pPr>
                <a:defRPr sz="1150">
                  <a:solidFill>
                    <a:srgbClr val="475569"/>
                  </a:solidFill>
                </a:defRPr>
              </a:pPr>
              <a:r>
                <a:t>Filter products by Electronics, Home, Fashion, or Tools, and search by keywords or price range in real-time.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731520" y="3977640"/>
            <a:ext cx="3328416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4. Cart, Wishlist &amp; Razorpay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Add items to shopping cart, save favorites in wishlist, and pay securely via UPI, Card, or NetBanking with Razorpay.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3977640"/>
            <a:ext cx="3328416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416052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5. Promotional Discount Coupons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Shoppers can enter special coupon codes at checkout to receive additional discounts on top of daily markdown rates.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8069072" y="1631950"/>
            <a:ext cx="3328416" cy="2057400"/>
            <a:chOff x="12787" y="6264"/>
            <a:chExt cx="5242" cy="3240"/>
          </a:xfrm>
        </p:grpSpPr>
        <p:sp>
          <p:nvSpPr>
            <p:cNvPr id="16" name="Rounded Rectangle 15"/>
            <p:cNvSpPr/>
            <p:nvPr/>
          </p:nvSpPr>
          <p:spPr>
            <a:xfrm>
              <a:off x="12787" y="6264"/>
              <a:ext cx="5242" cy="3240"/>
            </a:xfrm>
            <a:prstGeom prst="roundRect">
              <a:avLst/>
            </a:prstGeom>
            <a:solidFill>
              <a:srgbClr val="FEF3C7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075" y="6552"/>
              <a:ext cx="4666" cy="1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400" b="1">
                  <a:solidFill>
                    <a:srgbClr val="0F172A"/>
                  </a:solidFill>
                </a:defRPr>
              </a:pPr>
              <a:r>
                <a:rPr lang="en-IN"/>
                <a:t>3</a:t>
              </a:r>
              <a:r>
                <a:t>. Automated Weekly Lucky Draw</a:t>
              </a:r>
            </a:p>
            <a:p>
              <a:pPr>
                <a:defRPr sz="1150">
                  <a:solidFill>
                    <a:srgbClr val="475569"/>
                  </a:solidFill>
                </a:defRPr>
              </a:pPr>
              <a:r>
                <a:t>Every completed order automatically gets entered into a weekend raffle to win exciting mystery prize gifts!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 panose="020B0604020202020204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 panose="020B0604020202020204"/>
              </a:defRPr>
            </a:pPr>
            <a:r>
              <a:t>How SmartBin Works (Step-by-Step)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 panose="020B0604020202020204"/>
              </a:defRPr>
            </a:pPr>
            <a:r>
              <a:t>The simple 5-step journey from fresh inventory to customer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 panose="020B0604020202020204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993392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719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Add Products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Store Manager uploads items from liquidation pallets, sets pictures, and assigns Bin IDs (Bin A-Z).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828800"/>
            <a:ext cx="1993392" cy="4114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2057400"/>
            <a:ext cx="1719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STEP 2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Auto Pricing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System creates the 7-day price schedule (₹999 down to ₹99) and updates today's price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828800"/>
            <a:ext cx="1993392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2057400"/>
            <a:ext cx="1719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Browse &amp; Pick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Customer searches items, checks today's active price, and adds items to their shopping cart.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828800"/>
            <a:ext cx="1993392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2057400"/>
            <a:ext cx="1719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4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Secure Payment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Customer checks out with Razorpay (UPI / Card). Stock decrements instantly upon successful payment.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828800"/>
            <a:ext cx="1993392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2057400"/>
            <a:ext cx="1719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5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Pack &amp; Deliver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Manager picks item from physical bin, marks it shipped, and customer tracks live delivery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 panose="020B0604020202020204"/>
              </a:defRPr>
            </a:pPr>
            <a:r>
              <a:t>ROLES &amp;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 panose="020B0604020202020204"/>
              </a:defRPr>
            </a:pPr>
            <a:r>
              <a:t>Three User Portals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 panose="020B0604020202020204"/>
              </a:defRPr>
            </a:pPr>
            <a:r>
              <a:t>Clean division of responsibilities for Customers, Managers, and Admins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 panose="020B0604020202020204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CUSTOMER PORTAL</a:t>
            </a:r>
          </a:p>
          <a:p>
            <a:pPr>
              <a:spcAft>
                <a:spcPts val="1000"/>
              </a:spcAft>
              <a:defRPr sz="1100">
                <a:solidFill>
                  <a:srgbClr val="2563EB"/>
                </a:solidFill>
              </a:defRPr>
            </a:pPr>
            <a:r>
              <a:t>For Online Shoppers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Register &amp; login with secure account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Browse daily liquidation bins &amp; markdowns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Search &amp; filter by category and item condition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Add items to Cart and Wishlist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Apply promotional discount coupons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Pay online via Razorpay (UPI / Card)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Track live delivery milestones in real-time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Enter weekend Lucky Draws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480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STORE MANAGER PORTAL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For Warehouse &amp; Store Staff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Secure staff login to manager dashboard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Intake liquidation stock &amp; upload photos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Assign items to physical bins (Bin A to Z)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Inspect and record item condition grades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Configure day-wise liquidation prices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Review real-time pending customer orders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Pick items from physical bins &amp; pack orders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Update live delivery status (Shipped → Delivered)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SUPER ADMIN PORTAL</a:t>
            </a:r>
          </a:p>
          <a:p>
            <a:pPr>
              <a:spcAft>
                <a:spcPts val="1000"/>
              </a:spcAft>
              <a:defRPr sz="1100">
                <a:solidFill>
                  <a:srgbClr val="2563EB"/>
                </a:solidFill>
              </a:defRPr>
            </a:pPr>
            <a:r>
              <a:t>For Business Management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Administrative master login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Create &amp; manage store manager accounts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Monitor all registered customer accounts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Configure the global 7-day pricing schedule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Create &amp; schedule discount coupons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Schedule Lucky Draws &amp; pick winners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View platform revenue &amp; sales graphs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Export financial and audit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 panose="020B0604020202020204"/>
              </a:defRPr>
            </a:pPr>
            <a: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 panose="020B0604020202020204"/>
              </a:defRPr>
            </a:pPr>
            <a:r>
              <a:t>Database Design (Simple &amp; Organized)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 panose="020B0604020202020204"/>
              </a:defRPr>
            </a:pPr>
            <a:r>
              <a:t>How data is structured and kept safe in MySQL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 panose="020B0604020202020204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Key Tables in MySQL Database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users &amp; admins: </a:t>
            </a:r>
            <a:r>
              <a:rPr b="0">
                <a:solidFill>
                  <a:srgbClr val="475569"/>
                </a:solidFill>
              </a:rPr>
              <a:t>Stores login details, encrypted passwords, and shipping addresses.</a:t>
            </a:r>
            <a:endParaRPr b="0">
              <a:solidFill>
                <a:srgbClr val="475569"/>
              </a:solidFill>
            </a:endParaRP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products: </a:t>
            </a:r>
            <a:r>
              <a:rPr b="0">
                <a:solidFill>
                  <a:srgbClr val="475569"/>
                </a:solidFill>
              </a:rPr>
              <a:t>Stores item name, description, category, bin ID, stock count, and photo.</a:t>
            </a:r>
            <a:endParaRPr b="0">
              <a:solidFill>
                <a:srgbClr val="475569"/>
              </a:solidFill>
            </a:endParaRP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daily_prices: </a:t>
            </a:r>
            <a:r>
              <a:rPr b="0">
                <a:solidFill>
                  <a:srgbClr val="475569"/>
                </a:solidFill>
              </a:rPr>
              <a:t>Stores the exact price for each of the 7 days (Friday ₹999 to Thursday ₹99).</a:t>
            </a:r>
            <a:endParaRPr b="0">
              <a:solidFill>
                <a:srgbClr val="475569"/>
              </a:solidFill>
            </a:endParaRP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cart &amp; wishlist: </a:t>
            </a:r>
            <a:r>
              <a:rPr b="0">
                <a:solidFill>
                  <a:srgbClr val="475569"/>
                </a:solidFill>
              </a:rPr>
              <a:t>Keeps track of items customers saved for later purchase.</a:t>
            </a:r>
            <a:endParaRPr b="0">
              <a:solidFill>
                <a:srgbClr val="475569"/>
              </a:solidFill>
            </a:endParaRP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orders &amp; order_items: </a:t>
            </a:r>
            <a:r>
              <a:rPr b="0">
                <a:solidFill>
                  <a:srgbClr val="475569"/>
                </a:solidFill>
              </a:rPr>
              <a:t>Stores order summaries, purchased items, and delivery status.</a:t>
            </a:r>
            <a:endParaRPr b="0">
              <a:solidFill>
                <a:srgbClr val="475569"/>
              </a:solidFill>
            </a:endParaRP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payments: </a:t>
            </a:r>
            <a:r>
              <a:rPr b="0">
                <a:solidFill>
                  <a:srgbClr val="475569"/>
                </a:solidFill>
              </a:rPr>
              <a:t>Stores Razorpay transaction IDs, payment status, and timestamps.</a:t>
            </a:r>
            <a:endParaRPr b="0">
              <a:solidFill>
                <a:srgbClr val="475569"/>
              </a:solidFill>
            </a:endParaRP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promotional_offers &amp; lucky_draws: </a:t>
            </a:r>
            <a:r>
              <a:rPr b="0">
                <a:solidFill>
                  <a:srgbClr val="475569"/>
                </a:solidFill>
              </a:rPr>
              <a:t>Stores promo discount codes and lucky draw winner records.</a:t>
            </a:r>
            <a:endParaRPr b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 panose="020B0604020202020204"/>
              </a:defRPr>
            </a:pPr>
            <a: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 panose="020B0604020202020204"/>
              </a:defRPr>
            </a:pPr>
            <a:r>
              <a:t>Technology Stack &amp; Tools Used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 panose="020B0604020202020204"/>
              </a:defRPr>
            </a:pPr>
            <a:r>
              <a:t>Modern, reliable, and easy-to-run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 panose="020B0604020202020204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FRONTEND</a:t>
            </a:r>
          </a:p>
          <a:p>
            <a:pPr>
              <a:spcAft>
                <a:spcPts val="1200"/>
              </a:spcAft>
              <a:defRPr sz="1050">
                <a:solidFill>
                  <a:srgbClr val="2563EB"/>
                </a:solidFill>
              </a:defRPr>
            </a:pPr>
            <a:r>
              <a:t>User Interface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HTML5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Clean semantic structure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CSS3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Modern layout &amp; animations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JavaScript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Dynamic API calls &amp; client logic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Bootstrap 5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Responsive mobile-friendly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4480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BACKEND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t>Server &amp; Logic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Node.js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Fast JavaScript runtime environment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Express.js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REST API routes &amp; controllers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Daily Calculator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Automated price scheduler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Multer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Secure product image uploads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4688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DATABASE</a:t>
            </a:r>
          </a:p>
          <a:p>
            <a:pPr>
              <a:spcAft>
                <a:spcPts val="1200"/>
              </a:spcAft>
              <a:defRPr sz="1050">
                <a:solidFill>
                  <a:srgbClr val="2563EB"/>
                </a:solidFill>
              </a:defRPr>
            </a:pPr>
            <a:r>
              <a:t>Storage &amp; Security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MySQL 8.0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Relational data storage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mysql2 Pool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Fast concurrent database queries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bcrypt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Password encryption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Foreign Keys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Data integrity &amp; cascade delete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4688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PAYMENT &amp; TOOLS</a:t>
            </a:r>
          </a:p>
          <a:p>
            <a:pPr>
              <a:spcAft>
                <a:spcPts val="1200"/>
              </a:spcAft>
              <a:defRPr sz="1050">
                <a:solidFill>
                  <a:srgbClr val="2563EB"/>
                </a:solidFill>
              </a:defRPr>
            </a:pPr>
            <a:r>
              <a:t>Services &amp; Testing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Razorpay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UPI, Cards, &amp; NetBanking payment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Postman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API endpoint testing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Git &amp; GitHub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Code version control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VS Code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Development editor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 panose="020B0604020202020204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 panose="020B0604020202020204"/>
              </a:defRPr>
            </a:pPr>
            <a:r>
              <a:t>Future Enhancements (What We Can Add Next)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 panose="020B0604020202020204"/>
              </a:defRPr>
            </a:pPr>
            <a:r>
              <a:t>Exciting features planned for the next versions of SmartBin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 panose="020B0604020202020204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9339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7190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1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Mobile App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Build an Android and iOS mobile app so shoppers receive daily push notifications when prices drop at midnight.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645920"/>
            <a:ext cx="199339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828800"/>
            <a:ext cx="17190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2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In-Store QR Codes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Place QR codes on physical store bins. Shoppers in the store can scan a bin with their phone to see online specs and ratings.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45920"/>
            <a:ext cx="199339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828800"/>
            <a:ext cx="17190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3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AI Defect Check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Use camera AI (Computer Vision) during inventory intake to automatically detect scratches and grade product condition.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645920"/>
            <a:ext cx="199339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1828800"/>
            <a:ext cx="17190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4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Bulk Pallet Bidding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Add an online auction where wholesale buyers can place bids to buy entire truckloads of unopened liquidation pallets.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645920"/>
            <a:ext cx="199339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1828800"/>
            <a:ext cx="17190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5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Multi-Store Branches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Connect multiple liquidation store locations in different cities under one centralized inventory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621792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PROJECT SUMMARY</a:t>
            </a:r>
          </a:p>
          <a:p>
            <a:pPr>
              <a:spcAft>
                <a:spcPts val="1600"/>
              </a:spcAft>
              <a:defRPr sz="2400" b="1">
                <a:solidFill>
                  <a:srgbClr val="0F172A"/>
                </a:solidFill>
              </a:defRPr>
            </a:pPr>
            <a:r>
              <a:t>Key Project Takeaways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✔ Brought Liquidation Bin Shopping Online: </a:t>
            </a:r>
            <a:r>
              <a:rPr b="0">
                <a:solidFill>
                  <a:srgbClr val="475569"/>
                </a:solidFill>
              </a:rPr>
              <a:t>Successfully transformed chaotic, offline bargain bin retail into an organized 24/7 web platform.</a:t>
            </a:r>
            <a:endParaRPr b="0">
              <a:solidFill>
                <a:srgbClr val="475569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✔ 100% Automated Daily Pricing: </a:t>
            </a:r>
            <a:r>
              <a:rPr b="0">
                <a:solidFill>
                  <a:srgbClr val="475569"/>
                </a:solidFill>
              </a:rPr>
              <a:t>Eliminated manual chalkboard updates by automating the Friday-to-Thursday price drop schedule in MySQL.</a:t>
            </a:r>
            <a:endParaRPr b="0">
              <a:solidFill>
                <a:srgbClr val="475569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✔ Complete E-Commerce Pipeline: </a:t>
            </a:r>
            <a:r>
              <a:rPr b="0">
                <a:solidFill>
                  <a:srgbClr val="475569"/>
                </a:solidFill>
              </a:rPr>
              <a:t>Built end-to-end functionality including bin mapping, condition grading, cart, Razorpay payment, live tracking, and lucky draws.</a:t>
            </a:r>
            <a:endParaRPr b="0">
              <a:solidFill>
                <a:srgbClr val="475569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✔ Reliable Multi-User System: </a:t>
            </a:r>
            <a:r>
              <a:rPr b="0">
                <a:solidFill>
                  <a:srgbClr val="475569"/>
                </a:solidFill>
              </a:rPr>
              <a:t>Provided clear, secure role-based portals for Customers, Store Managers, and Administrators.</a:t>
            </a:r>
            <a:endParaRPr b="0">
              <a:solidFill>
                <a:srgbClr val="475569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0" y="914400"/>
            <a:ext cx="4144975" cy="5029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2011680"/>
            <a:ext cx="35963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000" b="1">
                <a:solidFill>
                  <a:srgbClr val="0F172A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1400" b="1">
                <a:solidFill>
                  <a:srgbClr val="0F172A"/>
                </a:solidFill>
              </a:defRPr>
            </a:pPr>
            <a:r>
              <a:t>SmartBin Capstone Project Presentation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Open for 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8908</Words>
  <Application>WPS Presentation</Application>
  <PresentationFormat>On-screen Show (4:3)</PresentationFormat>
  <Paragraphs>274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Fidha Rahman</cp:lastModifiedBy>
  <cp:revision>2</cp:revision>
  <dcterms:created xsi:type="dcterms:W3CDTF">2013-01-27T09:14:00Z</dcterms:created>
  <dcterms:modified xsi:type="dcterms:W3CDTF">2026-09-17T04:42:32Z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115AE9F04B664E7995C233918BE94601_12</vt:lpwstr>
  </property>
</Properties>
</file>